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知匣测试 PPT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这是一个 PPTX 测试文件。</a:t>
            </a:r>
          </a:p>
          <a:p>
            <a:r>
              <a:t>关键词：语义搜索、本地 AI。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项目预算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市场部第三季度预算为 4.5 万元。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